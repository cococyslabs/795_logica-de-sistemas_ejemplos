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94660"/>
  </p:normalViewPr>
  <p:slideViewPr>
    <p:cSldViewPr snapToGrid="0">
      <p:cViewPr varScale="1">
        <p:scale>
          <a:sx n="68" d="100"/>
          <a:sy n="68" d="100"/>
        </p:scale>
        <p:origin x="78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563C2-0C82-806F-0F25-568DFCC4A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29E6A-51ED-1EEB-B9CF-85AB7877B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4E011-5277-D972-5F2B-27DC8FEF6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5FC3-383E-4F2B-A9BB-AFD5F565674C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48596-D09F-5851-8086-4628C52BE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D5D36-A5DF-6784-8811-48C7B43C3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0031-41FE-4814-8A91-565020D52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1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41127-94EA-A59A-E3A4-F030CD537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D4CD1-614E-486E-138E-1632C80EF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55517-6C69-EF2B-D5ED-D44A0D20B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5FC3-383E-4F2B-A9BB-AFD5F565674C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D8288-AF4E-3EED-C276-3B4FFBCD5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8C669-D936-AE9C-88FB-83BF1EA67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0031-41FE-4814-8A91-565020D52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30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12DC8-3FE0-1D6E-4B6F-1A3E4060C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E939A-39DF-B239-C165-0BD806589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C4364-E0DD-6E63-CCD1-E3213FA94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5FC3-383E-4F2B-A9BB-AFD5F565674C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0C0AB-00FB-731E-3585-6BB452EFE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B0B29-623D-41EB-E23C-9EF3C2CBF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0031-41FE-4814-8A91-565020D52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1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C3DAE-036A-7CAD-4C20-72A3CB5B0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98F1A-69DD-6329-C86D-BC3BC9509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BDA7D-670D-AF9A-B9A9-FB97239B4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CEE1F-C21D-72DC-40BA-CF131174A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5FC3-383E-4F2B-A9BB-AFD5F565674C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6AA5C-BCF4-C657-F408-771141EEB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4B6AE-0248-E1E3-FECF-C9A32D757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0031-41FE-4814-8A91-565020D52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70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51EE2-5E28-6BC9-53CC-FC48A45D4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0282B-6FCD-12B8-9879-85F63BC3C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681452-D561-EFC0-8E4A-7E8547F0EB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1309D4-1804-6EEC-99EE-DEC26E37FD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4F9C18-294A-4950-4081-5EEB9F2F9E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3F9957-03DD-1DAF-87C9-D19ACCBD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5FC3-383E-4F2B-A9BB-AFD5F565674C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B173CD-85E6-E865-BAFD-DE694778D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AF738-6A18-19ED-433F-0F8B57CE9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0031-41FE-4814-8A91-565020D52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320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82FE7-EAF3-2DD6-2811-BB50581F2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3D7F1E-D06A-BC4F-A7CB-560F03343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5FC3-383E-4F2B-A9BB-AFD5F565674C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E5784B-7F6C-F82F-1654-823EC98D4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98872A-DBE3-1494-F3D5-60660F802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0031-41FE-4814-8A91-565020D52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13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19CD0F-E0D4-1527-AE61-C72A1FE31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5FC3-383E-4F2B-A9BB-AFD5F565674C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D9C339-518A-6362-F5EF-821878821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5DAE2-9A4D-0F70-4E87-E2253E2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0031-41FE-4814-8A91-565020D52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91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AA88-5D21-72B2-172A-BD40387DC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3150A-42E1-073A-D0D0-9A051F925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A83DA-66A7-5C1F-C99B-9861BF6E9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93A84-481E-EDAA-4C21-C404F4A55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5FC3-383E-4F2B-A9BB-AFD5F565674C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43284-7EE8-392E-5FFE-196CD39BA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910C8-739D-DC57-FFF5-9F39D5810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0031-41FE-4814-8A91-565020D52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53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BC4E-42B3-5E06-3EA5-D1FB1923E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6A717A-4496-4BC8-2305-BCB09FDE7F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B3B8F-1785-C74B-6D2A-B814F7031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B1F6A-F7EF-D07F-C446-278542E31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5FC3-383E-4F2B-A9BB-AFD5F565674C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C62F1-D4CC-A915-4E36-E5265F99F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B4278-A0DF-621D-D894-C2749BF60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0031-41FE-4814-8A91-565020D52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627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C9923-2BC4-0CFE-5E04-54EC9A709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7621B6-3AE5-43A9-4051-CE0461F81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7E976-2CFC-8CB0-ECEC-914D4B37D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5FC3-383E-4F2B-A9BB-AFD5F565674C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633F9-4A95-B24E-5E8A-BDA584E0B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7BEF7-E51D-D856-CBCC-FAA5F9A75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0031-41FE-4814-8A91-565020D52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90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A229AD-06AB-4C07-86D7-35913C78F2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894904-ACE9-D694-860D-FFFF7A40F8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1A88F-76E7-2772-87D2-4A0845F18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5FC3-383E-4F2B-A9BB-AFD5F565674C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B1FE7-4048-30B5-8CE8-93610820F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644A7-7C3A-AC91-0078-A03664D4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0031-41FE-4814-8A91-565020D52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41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014243-2A63-288C-0287-B12BBFD91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168D2-5DD2-9D6C-20BB-46282198B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FA4E2-CD06-E10C-D341-2382F2E71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A95FC3-383E-4F2B-A9BB-AFD5F565674C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D809D-0651-2B1F-3BC0-6673DD44E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0CF33-9B48-32D8-1402-C18794D87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70031-41FE-4814-8A91-565020D52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77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mailto:2776188350101@ingenieria.usac.edu.g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73240"/>
          </a:xfrm>
          <a:custGeom>
            <a:avLst/>
            <a:gdLst/>
            <a:ahLst/>
            <a:cxnLst/>
            <a:rect l="l" t="t" r="r" b="b"/>
            <a:pathLst>
              <a:path w="18288000" h="1030986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GT" sz="1200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5639774" y="1391853"/>
          <a:ext cx="6178958" cy="1458146"/>
        </p:xfrm>
        <a:graphic>
          <a:graphicData uri="http://schemas.openxmlformats.org/drawingml/2006/table">
            <a:tbl>
              <a:tblPr/>
              <a:tblGrid>
                <a:gridCol w="2900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8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813">
                <a:tc>
                  <a:txBody>
                    <a:bodyPr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Dia, Fecha: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700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1637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Hora de inicio: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700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Group 4"/>
          <p:cNvGrpSpPr/>
          <p:nvPr/>
        </p:nvGrpSpPr>
        <p:grpSpPr>
          <a:xfrm>
            <a:off x="799115" y="3832674"/>
            <a:ext cx="5992812" cy="602621"/>
            <a:chOff x="0" y="0"/>
            <a:chExt cx="2367531" cy="238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67530" cy="238072"/>
            </a:xfrm>
            <a:custGeom>
              <a:avLst/>
              <a:gdLst/>
              <a:ahLst/>
              <a:cxnLst/>
              <a:rect l="l" t="t" r="r" b="b"/>
              <a:pathLst>
                <a:path w="2367530" h="238072">
                  <a:moveTo>
                    <a:pt x="0" y="0"/>
                  </a:moveTo>
                  <a:lnTo>
                    <a:pt x="2367530" y="0"/>
                  </a:lnTo>
                  <a:lnTo>
                    <a:pt x="2367530" y="238072"/>
                  </a:lnTo>
                  <a:lnTo>
                    <a:pt x="0" y="238072"/>
                  </a:lnTo>
                  <a:close/>
                </a:path>
              </a:pathLst>
            </a:custGeom>
            <a:solidFill>
              <a:srgbClr val="FFF3C2"/>
            </a:solidFill>
          </p:spPr>
          <p:txBody>
            <a:bodyPr/>
            <a:lstStyle/>
            <a:p>
              <a:endParaRPr lang="es-GT" sz="120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2367531" cy="3142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3733"/>
                </a:lnSpc>
              </a:pPr>
              <a:r>
                <a:rPr lang="en-US" sz="2666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Lógica de Sistemas Sección 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8536" y="4773443"/>
            <a:ext cx="4777464" cy="596089"/>
            <a:chOff x="0" y="0"/>
            <a:chExt cx="1887393" cy="2354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87393" cy="235492"/>
            </a:xfrm>
            <a:custGeom>
              <a:avLst/>
              <a:gdLst/>
              <a:ahLst/>
              <a:cxnLst/>
              <a:rect l="l" t="t" r="r" b="b"/>
              <a:pathLst>
                <a:path w="1887393" h="235492">
                  <a:moveTo>
                    <a:pt x="0" y="0"/>
                  </a:moveTo>
                  <a:lnTo>
                    <a:pt x="1887393" y="0"/>
                  </a:lnTo>
                  <a:lnTo>
                    <a:pt x="1887393" y="235492"/>
                  </a:lnTo>
                  <a:lnTo>
                    <a:pt x="0" y="235492"/>
                  </a:lnTo>
                  <a:close/>
                </a:path>
              </a:pathLst>
            </a:custGeom>
            <a:solidFill>
              <a:srgbClr val="FFF3C2"/>
            </a:solidFill>
          </p:spPr>
          <p:txBody>
            <a:bodyPr/>
            <a:lstStyle/>
            <a:p>
              <a:endParaRPr lang="es-GT" sz="120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887393" cy="29264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613"/>
                </a:lnSpc>
              </a:pPr>
              <a:r>
                <a:rPr lang="en-US" sz="1866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Kervin Adolfo Cardona Ramírez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AEE4D8-A75F-94D8-2F53-F73418942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Semana 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46D1C-9ACA-BA7A-C21E-B46115BBB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>
                <a:solidFill>
                  <a:schemeClr val="tx2"/>
                </a:solidFill>
              </a:rPr>
              <a:t>Lógica de Sistemas</a:t>
            </a:r>
          </a:p>
          <a:p>
            <a:pPr algn="l"/>
            <a:endParaRPr lang="en-US" sz="2000">
              <a:solidFill>
                <a:schemeClr val="tx2"/>
              </a:solidFill>
            </a:endParaRPr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D4E1F1E9-5077-86E0-490D-9C25088A3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21674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90C004-C12E-AB84-EC33-799CCA15B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Agenda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01CA605-58CB-2188-D0C8-83E07EFB6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Presentación Tutor Académico</a:t>
            </a:r>
          </a:p>
          <a:p>
            <a:r>
              <a:rPr lang="en-US" sz="2400"/>
              <a:t>Presentación de Estudiantes</a:t>
            </a:r>
          </a:p>
          <a:p>
            <a:r>
              <a:rPr lang="en-US" sz="2400"/>
              <a:t>Diagnóstico de Conocimientos Previos</a:t>
            </a:r>
          </a:p>
          <a:p>
            <a:r>
              <a:rPr lang="en-US" sz="2400"/>
              <a:t>Presentación Programa del Curso</a:t>
            </a:r>
          </a:p>
          <a:p>
            <a:r>
              <a:rPr lang="en-US" sz="2400"/>
              <a:t>Diagnóstico del nuevo Laboratorio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935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F03F40-9F93-0F07-FD66-4B6B87AA5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5120561" cy="1325563"/>
          </a:xfrm>
        </p:spPr>
        <p:txBody>
          <a:bodyPr>
            <a:normAutofit/>
          </a:bodyPr>
          <a:lstStyle/>
          <a:p>
            <a:r>
              <a:rPr lang="en-US"/>
              <a:t>Presentación Tutor Académico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AE17C-701F-AF5F-786F-0ADE07790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92194" cy="4351338"/>
          </a:xfrm>
        </p:spPr>
        <p:txBody>
          <a:bodyPr>
            <a:normAutofit/>
          </a:bodyPr>
          <a:lstStyle/>
          <a:p>
            <a:r>
              <a:rPr lang="en-US" dirty="0"/>
              <a:t>Kervin Adolfo Cardona Ramírez</a:t>
            </a:r>
          </a:p>
          <a:p>
            <a:r>
              <a:rPr lang="en-US" dirty="0"/>
              <a:t>Correo: </a:t>
            </a:r>
            <a:r>
              <a:rPr lang="en-US" dirty="0">
                <a:hlinkClick r:id="rId2"/>
              </a:rPr>
              <a:t>2776188350101@ingenieria.usac.edu.gt</a:t>
            </a:r>
            <a:endParaRPr lang="en-US" dirty="0"/>
          </a:p>
          <a:p>
            <a:r>
              <a:rPr lang="en-US" dirty="0" err="1"/>
              <a:t>Asunto</a:t>
            </a:r>
            <a:r>
              <a:rPr lang="en-US" dirty="0"/>
              <a:t>: [LOG] Duda: </a:t>
            </a:r>
            <a:r>
              <a:rPr lang="en-US" dirty="0" err="1"/>
              <a:t>Asunto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person in a suit&#10;&#10;AI-generated content may be incorrect.">
            <a:extLst>
              <a:ext uri="{FF2B5EF4-FFF2-40B4-BE49-F238E27FC236}">
                <a16:creationId xmlns:a16="http://schemas.microsoft.com/office/drawing/2014/main" id="{E6C6489D-D120-BB4B-541A-3B9DC8FF2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27803"/>
          <a:stretch>
            <a:fillRect/>
          </a:stretch>
        </p:blipFill>
        <p:spPr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1035" name="Arc 1034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Imágenes de Biologia - Descarga gratuita en Freepik">
            <a:extLst>
              <a:ext uri="{FF2B5EF4-FFF2-40B4-BE49-F238E27FC236}">
                <a16:creationId xmlns:a16="http://schemas.microsoft.com/office/drawing/2014/main" id="{55238C87-4A8A-481B-5483-1B4F8046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51" r="-3" b="5877"/>
          <a:stretch>
            <a:fillRect/>
          </a:stretch>
        </p:blipFill>
        <p:spPr bwMode="auto"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7595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BCF74C-9DDA-F714-53AF-AF5F957F9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Presentación de Estudiantes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7D6C7-07F6-A599-8D6D-6B094A1BE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570" y="6037409"/>
            <a:ext cx="2343470" cy="3604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/>
              <a:t>https://wheelofnames.com</a:t>
            </a:r>
          </a:p>
        </p:txBody>
      </p:sp>
      <p:sp>
        <p:nvSpPr>
          <p:cNvPr id="205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lorful wheel with text on it&#10;&#10;AI-generated content may be incorrect.">
            <a:extLst>
              <a:ext uri="{FF2B5EF4-FFF2-40B4-BE49-F238E27FC236}">
                <a16:creationId xmlns:a16="http://schemas.microsoft.com/office/drawing/2014/main" id="{EF9944F6-1506-AE42-5F49-76EFE743B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77" y="2308946"/>
            <a:ext cx="4085874" cy="3605784"/>
          </a:xfrm>
          <a:prstGeom prst="rect">
            <a:avLst/>
          </a:prstGeom>
        </p:spPr>
      </p:pic>
      <p:pic>
        <p:nvPicPr>
          <p:cNvPr id="2050" name="Picture 2" descr="Alumnos de pie felices - personajes de dibujos animados personas aislaron  ilustración. Niños y niñas sonrientes con mochilas agitando las manos. Haz  una gran presentación con estos estudiantes internacionales | Vector Premium">
            <a:extLst>
              <a:ext uri="{FF2B5EF4-FFF2-40B4-BE49-F238E27FC236}">
                <a16:creationId xmlns:a16="http://schemas.microsoft.com/office/drawing/2014/main" id="{6E9556C4-BC05-87DA-68B4-EC46A8AE86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24" t="14045" r="8907" b="12609"/>
          <a:stretch>
            <a:fillRect/>
          </a:stretch>
        </p:blipFill>
        <p:spPr bwMode="auto">
          <a:xfrm>
            <a:off x="6596861" y="4008337"/>
            <a:ext cx="4085874" cy="2644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88A261A-0EA5-5D3B-6F36-CB5AF6248EF8}"/>
              </a:ext>
            </a:extLst>
          </p:cNvPr>
          <p:cNvSpPr txBox="1">
            <a:spLocks/>
          </p:cNvSpPr>
          <p:nvPr/>
        </p:nvSpPr>
        <p:spPr>
          <a:xfrm>
            <a:off x="6093701" y="2195119"/>
            <a:ext cx="5092194" cy="1813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Compartir</a:t>
            </a:r>
          </a:p>
          <a:p>
            <a:pPr lvl="1"/>
            <a:r>
              <a:rPr lang="es-ES" sz="1400" dirty="0"/>
              <a:t>NOMBRE</a:t>
            </a:r>
          </a:p>
          <a:p>
            <a:pPr lvl="1"/>
            <a:r>
              <a:rPr lang="es-ES" sz="1400" dirty="0"/>
              <a:t>INTERESES O EXPECTATIVAS SOBRE EL CURSO.</a:t>
            </a:r>
          </a:p>
          <a:p>
            <a:pPr lvl="1"/>
            <a:r>
              <a:rPr lang="es-ES" sz="1400" dirty="0"/>
              <a:t>EXPERIENCIA PREVIA RELACIONADA CON EL TEMA (SI APLICA).</a:t>
            </a:r>
          </a:p>
          <a:p>
            <a:pPr lvl="1"/>
            <a:r>
              <a:rPr lang="es-ES" sz="1400" dirty="0"/>
              <a:t>UN DATO CURIOSO SOBRE SÍ MISMO.</a:t>
            </a:r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18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1E3E3A-B01D-ED34-D5AD-50786798F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Diagnóstico de Conocimientos Previos</a:t>
            </a:r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A7682-0796-09FA-1BC3-21C5865FD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 err="1"/>
              <a:t>Evaluación</a:t>
            </a:r>
            <a:r>
              <a:rPr lang="en-US" sz="2000" dirty="0"/>
              <a:t> de </a:t>
            </a:r>
            <a:r>
              <a:rPr lang="en-US" sz="2000" dirty="0" err="1"/>
              <a:t>conocimientos</a:t>
            </a:r>
            <a:r>
              <a:rPr lang="en-US" sz="2000" dirty="0"/>
              <a:t> de </a:t>
            </a:r>
            <a:r>
              <a:rPr lang="en-US" sz="2000" dirty="0" err="1"/>
              <a:t>cursos</a:t>
            </a:r>
            <a:r>
              <a:rPr lang="en-US" sz="2000" dirty="0"/>
              <a:t> pre-requisites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3074" name="Picture 2" descr="Awesome learning for the entire family with Kahoot!+">
            <a:extLst>
              <a:ext uri="{FF2B5EF4-FFF2-40B4-BE49-F238E27FC236}">
                <a16:creationId xmlns:a16="http://schemas.microsoft.com/office/drawing/2014/main" id="{29D4D3C4-833D-7830-57C2-311CDC77E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2553928"/>
            <a:ext cx="5150277" cy="3574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5" name="Rectangle 308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92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305B69-9F21-3EA0-A2C3-E5BD37C54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Programa</a:t>
            </a:r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del </a:t>
            </a:r>
            <a:r>
              <a:rPr lang="en-US" sz="7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Curso</a:t>
            </a:r>
            <a:endParaRPr lang="en-US" sz="7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61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E84FE9-3843-F6C1-9030-7F0E2791E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9BECE8-A698-362E-E26E-388A824C7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Diagnóstico</a:t>
            </a:r>
            <a:r>
              <a:rPr lang="en-US" sz="4800" dirty="0"/>
              <a:t> de Nuevo Laboratorio</a:t>
            </a:r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7244B-9646-1FA7-0CE3-D4C62DAF6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Evaluación</a:t>
            </a:r>
            <a:r>
              <a:rPr lang="en-US" sz="2000" dirty="0"/>
              <a:t> de </a:t>
            </a:r>
            <a:r>
              <a:rPr lang="en-US" sz="2000"/>
              <a:t>conocimientos</a:t>
            </a:r>
            <a:r>
              <a:rPr lang="en-US" sz="2000" dirty="0"/>
              <a:t> del nuevo Laboratorio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3074" name="Picture 2" descr="Awesome learning for the entire family with Kahoot!+">
            <a:extLst>
              <a:ext uri="{FF2B5EF4-FFF2-40B4-BE49-F238E27FC236}">
                <a16:creationId xmlns:a16="http://schemas.microsoft.com/office/drawing/2014/main" id="{608B8956-E183-FDB2-1770-75285CC49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2553928"/>
            <a:ext cx="5150277" cy="3574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5" name="Rectangle 308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44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2DF366-236B-A4B3-2ED7-F8C81C1AD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Gracias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587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124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Display</vt:lpstr>
      <vt:lpstr>Arial</vt:lpstr>
      <vt:lpstr>Arial Bold</vt:lpstr>
      <vt:lpstr>Calibri</vt:lpstr>
      <vt:lpstr>Garet Bold</vt:lpstr>
      <vt:lpstr>Open Sans</vt:lpstr>
      <vt:lpstr>Open Sans Bold</vt:lpstr>
      <vt:lpstr>Office Theme</vt:lpstr>
      <vt:lpstr>PowerPoint Presentation</vt:lpstr>
      <vt:lpstr>Semana 0</vt:lpstr>
      <vt:lpstr>Agenda</vt:lpstr>
      <vt:lpstr>Presentación Tutor Académico</vt:lpstr>
      <vt:lpstr>Presentación de Estudiantes</vt:lpstr>
      <vt:lpstr>Diagnóstico de Conocimientos Previos</vt:lpstr>
      <vt:lpstr>Programa del Curso</vt:lpstr>
      <vt:lpstr>Diagnóstico de Nuevo Laboratorio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Kervin Adolfo Cardona Ramírez</dc:creator>
  <cp:lastModifiedBy>Kervin Adolfo Cardona Ramírez</cp:lastModifiedBy>
  <cp:revision>2</cp:revision>
  <dcterms:created xsi:type="dcterms:W3CDTF">2025-12-06T20:40:16Z</dcterms:created>
  <dcterms:modified xsi:type="dcterms:W3CDTF">2025-12-06T20:59:46Z</dcterms:modified>
</cp:coreProperties>
</file>