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8288000" cy="10287000"/>
  <p:notesSz cx="6858000" cy="9144000"/>
  <p:embeddedFontLst>
    <p:embeddedFont>
      <p:font typeface="Alfa Slab One" panose="020B0604020202020204" charset="0"/>
      <p:regular r:id="rId11"/>
    </p:embeddedFont>
    <p:embeddedFont>
      <p:font typeface="Proxima Nova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AQWqBPxkRtROMduL2aezCvBn1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6f3ab37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g39f6f3ab37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6f3ab37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g39f6f3ab37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f6f3ab37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g39f6f3ab37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6f3ab37c_0_25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f6f3ab37c_0_2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39f6f3ab37c_0_2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g39f6f3ab37c_0_2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g39f6f3ab37c_0_2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9f6f3ab37c_0_2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9f6f3ab37c_0_215"/>
          <p:cNvCxnSpPr/>
          <p:nvPr/>
        </p:nvCxnSpPr>
        <p:spPr>
          <a:xfrm>
            <a:off x="8556600" y="5502325"/>
            <a:ext cx="1174800" cy="0"/>
          </a:xfrm>
          <a:prstGeom prst="straightConnector1">
            <a:avLst/>
          </a:prstGeom>
          <a:noFill/>
          <a:ln w="152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g39f6f3ab37c_0_215"/>
          <p:cNvSpPr txBox="1">
            <a:spLocks noGrp="1"/>
          </p:cNvSpPr>
          <p:nvPr>
            <p:ph type="ctrTitle"/>
          </p:nvPr>
        </p:nvSpPr>
        <p:spPr>
          <a:xfrm>
            <a:off x="623400" y="1191950"/>
            <a:ext cx="17041200" cy="39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9pPr>
          </a:lstStyle>
          <a:p>
            <a:endParaRPr/>
          </a:p>
        </p:txBody>
      </p:sp>
      <p:sp>
        <p:nvSpPr>
          <p:cNvPr id="20" name="Google Shape;20;g39f6f3ab37c_0_215"/>
          <p:cNvSpPr txBox="1">
            <a:spLocks noGrp="1"/>
          </p:cNvSpPr>
          <p:nvPr>
            <p:ph type="subTitle" idx="1"/>
          </p:nvPr>
        </p:nvSpPr>
        <p:spPr>
          <a:xfrm>
            <a:off x="623400" y="6331646"/>
            <a:ext cx="17041200" cy="1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g39f6f3ab37c_0_21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f6f3ab37c_0_220"/>
          <p:cNvSpPr txBox="1">
            <a:spLocks noGrp="1"/>
          </p:cNvSpPr>
          <p:nvPr>
            <p:ph type="title"/>
          </p:nvPr>
        </p:nvSpPr>
        <p:spPr>
          <a:xfrm>
            <a:off x="623400" y="4961100"/>
            <a:ext cx="16228800" cy="4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9f6f3ab37c_0_22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f6f3ab37c_0_22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9f6f3ab37c_0_22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g39f6f3ab37c_0_22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f6f3ab37c_0_22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9f6f3ab37c_0_22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2" name="Google Shape;32;g39f6f3ab37c_0_227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g39f6f3ab37c_0_22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f6f3ab37c_0_23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9f6f3ab37c_0_23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9f6f3ab37c_0_235"/>
          <p:cNvSpPr txBox="1">
            <a:spLocks noGrp="1"/>
          </p:cNvSpPr>
          <p:nvPr>
            <p:ph type="title"/>
          </p:nvPr>
        </p:nvSpPr>
        <p:spPr>
          <a:xfrm>
            <a:off x="623400" y="12636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39f6f3ab37c_0_235"/>
          <p:cNvSpPr txBox="1">
            <a:spLocks noGrp="1"/>
          </p:cNvSpPr>
          <p:nvPr>
            <p:ph type="body" idx="1"/>
          </p:nvPr>
        </p:nvSpPr>
        <p:spPr>
          <a:xfrm>
            <a:off x="623400" y="2981750"/>
            <a:ext cx="5616000" cy="61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0" name="Google Shape;40;g39f6f3ab37c_0_23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f6f3ab37c_0_239"/>
          <p:cNvSpPr txBox="1">
            <a:spLocks noGrp="1"/>
          </p:cNvSpPr>
          <p:nvPr>
            <p:ph type="title"/>
          </p:nvPr>
        </p:nvSpPr>
        <p:spPr>
          <a:xfrm>
            <a:off x="980500" y="1052700"/>
            <a:ext cx="11367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g39f6f3ab37c_0_23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6f3ab37c_0_242"/>
          <p:cNvSpPr/>
          <p:nvPr/>
        </p:nvSpPr>
        <p:spPr>
          <a:xfrm>
            <a:off x="9144000" y="200"/>
            <a:ext cx="9144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g39f6f3ab37c_0_242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g39f6f3ab37c_0_242"/>
          <p:cNvSpPr txBox="1">
            <a:spLocks noGrp="1"/>
          </p:cNvSpPr>
          <p:nvPr>
            <p:ph type="title"/>
          </p:nvPr>
        </p:nvSpPr>
        <p:spPr>
          <a:xfrm>
            <a:off x="531000" y="2751199"/>
            <a:ext cx="8090400" cy="31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>
            <a:endParaRPr/>
          </a:p>
        </p:txBody>
      </p:sp>
      <p:sp>
        <p:nvSpPr>
          <p:cNvPr id="48" name="Google Shape;48;g39f6f3ab37c_0_242"/>
          <p:cNvSpPr txBox="1">
            <a:spLocks noGrp="1"/>
          </p:cNvSpPr>
          <p:nvPr>
            <p:ph type="subTitle" idx="1"/>
          </p:nvPr>
        </p:nvSpPr>
        <p:spPr>
          <a:xfrm>
            <a:off x="531000" y="5962251"/>
            <a:ext cx="8090400" cy="26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g39f6f3ab37c_0_242"/>
          <p:cNvSpPr txBox="1">
            <a:spLocks noGrp="1"/>
          </p:cNvSpPr>
          <p:nvPr>
            <p:ph type="body" idx="2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g39f6f3ab37c_0_24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6f3ab37c_0_249"/>
          <p:cNvSpPr txBox="1">
            <a:spLocks noGrp="1"/>
          </p:cNvSpPr>
          <p:nvPr>
            <p:ph type="body" idx="1"/>
          </p:nvPr>
        </p:nvSpPr>
        <p:spPr>
          <a:xfrm>
            <a:off x="639000" y="8467450"/>
            <a:ext cx="11997600" cy="1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53" name="Google Shape;53;g39f6f3ab37c_0_24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f6f3ab37c_0_252"/>
          <p:cNvSpPr txBox="1">
            <a:spLocks noGrp="1"/>
          </p:cNvSpPr>
          <p:nvPr>
            <p:ph type="title" hasCustomPrompt="1"/>
          </p:nvPr>
        </p:nvSpPr>
        <p:spPr>
          <a:xfrm>
            <a:off x="623400" y="2335850"/>
            <a:ext cx="170412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9f6f3ab37c_0_252"/>
          <p:cNvSpPr txBox="1">
            <a:spLocks noGrp="1"/>
          </p:cNvSpPr>
          <p:nvPr>
            <p:ph type="body" idx="1"/>
          </p:nvPr>
        </p:nvSpPr>
        <p:spPr>
          <a:xfrm>
            <a:off x="623400" y="6448500"/>
            <a:ext cx="17041200" cy="2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9f6f3ab37c_0_2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f6f3ab37c_0_21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sz="6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g39f6f3ab37c_0_21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roxima Nova"/>
              <a:buChar char="●"/>
              <a:defRPr sz="36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●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●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sz="2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g39f6f3ab37c_0_2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3" name="Google Shape;63;p1"/>
          <p:cNvSpPr txBox="1"/>
          <p:nvPr/>
        </p:nvSpPr>
        <p:spPr>
          <a:xfrm>
            <a:off x="3701125" y="2623174"/>
            <a:ext cx="10377300" cy="39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 dirty="0">
                <a:solidFill>
                  <a:srgbClr val="131416"/>
                </a:solidFill>
              </a:rPr>
              <a:t>Logica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12979268" y="7426039"/>
            <a:ext cx="328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86366" y="8111561"/>
            <a:ext cx="10899900" cy="17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221279" y="4013024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71" name="Google Shape;71;p2"/>
          <p:cNvGrpSpPr/>
          <p:nvPr/>
        </p:nvGrpSpPr>
        <p:grpSpPr>
          <a:xfrm>
            <a:off x="651749" y="-320625"/>
            <a:ext cx="7093217" cy="3120475"/>
            <a:chOff x="0" y="-95250"/>
            <a:chExt cx="8187000" cy="4160633"/>
          </a:xfrm>
        </p:grpSpPr>
        <p:sp>
          <p:nvSpPr>
            <p:cNvPr id="72" name="Google Shape;72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lang="en-US" sz="15000" b="0" i="0" u="none" strike="noStrike" cap="non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2"/>
          <p:cNvSpPr/>
          <p:nvPr/>
        </p:nvSpPr>
        <p:spPr>
          <a:xfrm>
            <a:off x="1956273" y="6660316"/>
            <a:ext cx="6168280" cy="666409"/>
          </a:xfrm>
          <a:custGeom>
            <a:avLst/>
            <a:gdLst/>
            <a:ahLst/>
            <a:cxnLst/>
            <a:rect l="l" t="t" r="r" b="b"/>
            <a:pathLst>
              <a:path w="2626141" h="283723" extrusionOk="0">
                <a:moveTo>
                  <a:pt x="2422941" y="0"/>
                </a:moveTo>
                <a:lnTo>
                  <a:pt x="0" y="0"/>
                </a:lnTo>
                <a:lnTo>
                  <a:pt x="0" y="283723"/>
                </a:lnTo>
                <a:lnTo>
                  <a:pt x="2422941" y="283723"/>
                </a:lnTo>
                <a:lnTo>
                  <a:pt x="2626141" y="141862"/>
                </a:lnTo>
                <a:lnTo>
                  <a:pt x="24229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5" name="Google Shape;75;p2"/>
          <p:cNvSpPr/>
          <p:nvPr/>
        </p:nvSpPr>
        <p:spPr>
          <a:xfrm>
            <a:off x="1866989" y="7660660"/>
            <a:ext cx="2514689" cy="666407"/>
          </a:xfrm>
          <a:custGeom>
            <a:avLst/>
            <a:gdLst/>
            <a:ahLst/>
            <a:cxnLst/>
            <a:rect l="l" t="t" r="r" b="b"/>
            <a:pathLst>
              <a:path w="1070630" h="283723" extrusionOk="0">
                <a:moveTo>
                  <a:pt x="867430" y="0"/>
                </a:moveTo>
                <a:lnTo>
                  <a:pt x="0" y="0"/>
                </a:lnTo>
                <a:lnTo>
                  <a:pt x="0" y="283723"/>
                </a:lnTo>
                <a:lnTo>
                  <a:pt x="867430" y="283723"/>
                </a:lnTo>
                <a:lnTo>
                  <a:pt x="1070630" y="141862"/>
                </a:lnTo>
                <a:lnTo>
                  <a:pt x="8674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6" name="Google Shape;76;p2"/>
          <p:cNvSpPr/>
          <p:nvPr/>
        </p:nvSpPr>
        <p:spPr>
          <a:xfrm>
            <a:off x="1221279" y="4626112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7" name="Google Shape;77;p2"/>
          <p:cNvSpPr/>
          <p:nvPr/>
        </p:nvSpPr>
        <p:spPr>
          <a:xfrm>
            <a:off x="1221279" y="523918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8" name="Google Shape;78;p2"/>
          <p:cNvSpPr/>
          <p:nvPr/>
        </p:nvSpPr>
        <p:spPr>
          <a:xfrm>
            <a:off x="1221279" y="585224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9" name="Google Shape;79;p2"/>
          <p:cNvSpPr/>
          <p:nvPr/>
        </p:nvSpPr>
        <p:spPr>
          <a:xfrm>
            <a:off x="1221279" y="6465298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0" name="Google Shape;80;p2"/>
          <p:cNvSpPr txBox="1"/>
          <p:nvPr/>
        </p:nvSpPr>
        <p:spPr>
          <a:xfrm>
            <a:off x="1674625" y="3911875"/>
            <a:ext cx="10908000" cy="4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del tutor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conocimientos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previos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  <a:endParaRPr lang="en-US"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laboratorio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conocimientos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Despedida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221279" y="707836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3" name="Google Shape;83;p2"/>
          <p:cNvSpPr/>
          <p:nvPr/>
        </p:nvSpPr>
        <p:spPr>
          <a:xfrm>
            <a:off x="15305988" y="24205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744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000" b="1" dirty="0">
                <a:latin typeface="Arial"/>
                <a:ea typeface="Arial"/>
                <a:cs typeface="Arial"/>
                <a:sym typeface="Arial"/>
              </a:rPr>
              <a:t>Bienvenida y </a:t>
            </a:r>
            <a:r>
              <a:rPr lang="en-US" sz="5000" b="1" dirty="0" err="1">
                <a:latin typeface="Arial"/>
                <a:ea typeface="Arial"/>
                <a:cs typeface="Arial"/>
                <a:sym typeface="Arial"/>
              </a:rPr>
              <a:t>presentación</a:t>
            </a:r>
            <a:endParaRPr sz="5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7283000" cy="8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 dirty="0">
                <a:latin typeface="Arial"/>
                <a:ea typeface="Arial"/>
                <a:cs typeface="Arial"/>
                <a:sym typeface="Arial"/>
              </a:rPr>
              <a:t>Nombre: Jennifer Yulissa Lourdes Taperio Manuel</a:t>
            </a:r>
            <a:endParaRPr sz="5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 dirty="0" err="1">
                <a:latin typeface="Arial"/>
                <a:ea typeface="Arial"/>
                <a:cs typeface="Arial"/>
                <a:sym typeface="Arial"/>
              </a:rPr>
              <a:t>Curiosidades</a:t>
            </a:r>
            <a:r>
              <a:rPr lang="en-US" sz="5000" dirty="0">
                <a:latin typeface="Arial"/>
                <a:ea typeface="Arial"/>
                <a:cs typeface="Arial"/>
                <a:sym typeface="Arial"/>
              </a:rPr>
              <a:t>: Me </a:t>
            </a:r>
            <a:r>
              <a:rPr lang="en-US" sz="5000" dirty="0" err="1">
                <a:latin typeface="Arial"/>
                <a:ea typeface="Arial"/>
                <a:cs typeface="Arial"/>
                <a:sym typeface="Arial"/>
              </a:rPr>
              <a:t>gustan</a:t>
            </a:r>
            <a:r>
              <a:rPr lang="en-US" sz="5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00" dirty="0" err="1"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5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00" dirty="0" err="1">
                <a:latin typeface="Arial"/>
                <a:ea typeface="Arial"/>
                <a:cs typeface="Arial"/>
                <a:sym typeface="Arial"/>
              </a:rPr>
              <a:t>animales</a:t>
            </a:r>
            <a:endParaRPr lang="en-US" sz="5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 dirty="0">
                <a:latin typeface="Arial"/>
                <a:ea typeface="Arial"/>
                <a:cs typeface="Arial"/>
                <a:sym typeface="Arial"/>
              </a:rPr>
              <a:t>Foto:</a:t>
            </a:r>
            <a:endParaRPr sz="5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  <a:buSzPts val="1800"/>
              <a:buNone/>
            </a:pPr>
            <a:endParaRPr sz="5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Mujer de cabello largo sonriendo&#10;&#10;El contenido generado por IA puede ser incorrecto.">
            <a:extLst>
              <a:ext uri="{FF2B5EF4-FFF2-40B4-BE49-F238E27FC236}">
                <a16:creationId xmlns:a16="http://schemas.microsoft.com/office/drawing/2014/main" id="{03B606DB-7B3B-F988-51B1-803BBDBD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2" b="17222"/>
          <a:stretch>
            <a:fillRect/>
          </a:stretch>
        </p:blipFill>
        <p:spPr>
          <a:xfrm>
            <a:off x="6682978" y="4582929"/>
            <a:ext cx="4995244" cy="4865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000" b="1"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sz="5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25450">
              <a:lnSpc>
                <a:spcPct val="150000"/>
              </a:lnSpc>
              <a:spcBef>
                <a:spcPts val="2400"/>
              </a:spcBef>
              <a:buSzPts val="3100"/>
            </a:pPr>
            <a:r>
              <a:rPr lang="es-ES" sz="4800" dirty="0">
                <a:latin typeface="Arial"/>
                <a:ea typeface="Arial"/>
                <a:cs typeface="Arial"/>
                <a:sym typeface="Arial"/>
              </a:rPr>
              <a:t>No utilizar inteligencia artificial</a:t>
            </a:r>
          </a:p>
          <a:p>
            <a:pPr lvl="0" indent="-425450">
              <a:lnSpc>
                <a:spcPct val="150000"/>
              </a:lnSpc>
              <a:spcBef>
                <a:spcPts val="0"/>
              </a:spcBef>
              <a:buSzPts val="3100"/>
            </a:pPr>
            <a:r>
              <a:rPr lang="es-ES" sz="4800" dirty="0">
                <a:latin typeface="Arial"/>
                <a:ea typeface="Arial"/>
                <a:cs typeface="Arial"/>
                <a:sym typeface="Arial"/>
              </a:rPr>
              <a:t>Tomarse el tiempo para responder</a:t>
            </a:r>
          </a:p>
          <a:p>
            <a:pPr lvl="0" indent="-425450">
              <a:lnSpc>
                <a:spcPct val="150000"/>
              </a:lnSpc>
              <a:spcBef>
                <a:spcPts val="0"/>
              </a:spcBef>
              <a:buSzPts val="3100"/>
            </a:pPr>
            <a:r>
              <a:rPr lang="es-ES" sz="4800" dirty="0">
                <a:latin typeface="Arial"/>
                <a:ea typeface="Arial"/>
                <a:cs typeface="Arial"/>
                <a:sym typeface="Arial"/>
              </a:rPr>
              <a:t>El resultado no tiene </a:t>
            </a:r>
          </a:p>
          <a:p>
            <a:pPr marL="31750" lvl="0" indent="0">
              <a:lnSpc>
                <a:spcPct val="150000"/>
              </a:lnSpc>
              <a:spcBef>
                <a:spcPts val="0"/>
              </a:spcBef>
              <a:buSzPts val="3100"/>
              <a:buNone/>
            </a:pPr>
            <a:r>
              <a:rPr lang="es-ES" sz="4800" dirty="0">
                <a:latin typeface="Arial"/>
                <a:ea typeface="Arial"/>
                <a:cs typeface="Arial"/>
                <a:sym typeface="Arial"/>
              </a:rPr>
              <a:t>     ponderación en el curso</a:t>
            </a: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F229A05-13C2-DE36-0C23-C41C22C14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7" t="20722"/>
          <a:stretch>
            <a:fillRect/>
          </a:stretch>
        </p:blipFill>
        <p:spPr>
          <a:xfrm>
            <a:off x="8306871" y="4468969"/>
            <a:ext cx="9004143" cy="4970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6f3ab37c_0_10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000" b="1"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sz="5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9f6f3ab37c_0_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4500" b="1" dirty="0" err="1">
                <a:latin typeface="Arial"/>
                <a:ea typeface="Arial"/>
                <a:cs typeface="Arial"/>
                <a:sym typeface="Arial"/>
              </a:rPr>
              <a:t>Algunas</a:t>
            </a:r>
            <a:r>
              <a:rPr lang="en-US" sz="4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b="1" dirty="0" err="1">
                <a:latin typeface="Arial"/>
                <a:ea typeface="Arial"/>
                <a:cs typeface="Arial"/>
                <a:sym typeface="Arial"/>
              </a:rPr>
              <a:t>preguntas</a:t>
            </a:r>
            <a:r>
              <a:rPr lang="en-US" sz="4500" b="1" dirty="0">
                <a:latin typeface="Arial"/>
                <a:ea typeface="Arial"/>
                <a:cs typeface="Arial"/>
                <a:sym typeface="Arial"/>
              </a:rPr>
              <a:t>…</a:t>
            </a:r>
            <a:endParaRPr sz="45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esperas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curso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otros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cursos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estás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llevando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Trabajas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Pasatiempos</a:t>
            </a:r>
            <a:r>
              <a:rPr lang="en-US" sz="4500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Gráfico, Gráfico de proyección solar&#10;&#10;El contenido generado por IA puede ser incorrecto.">
            <a:extLst>
              <a:ext uri="{FF2B5EF4-FFF2-40B4-BE49-F238E27FC236}">
                <a16:creationId xmlns:a16="http://schemas.microsoft.com/office/drawing/2014/main" id="{D839CDDE-6DAA-73D2-9E77-4AD474C70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039" y="3048853"/>
            <a:ext cx="5719763" cy="5146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6f3ab37c_0_29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000" b="1"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sz="5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f6f3ab37c_0_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4500" b="1" dirty="0">
                <a:latin typeface="Arial"/>
                <a:ea typeface="Arial"/>
                <a:cs typeface="Arial"/>
                <a:sym typeface="Arial"/>
              </a:rPr>
              <a:t>Primer </a:t>
            </a:r>
            <a:r>
              <a:rPr lang="en-US" sz="4500" b="1" dirty="0" err="1"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4500" b="1" dirty="0">
                <a:latin typeface="Arial"/>
                <a:ea typeface="Arial"/>
                <a:cs typeface="Arial"/>
                <a:sym typeface="Arial"/>
              </a:rPr>
              <a:t> 2026 …</a:t>
            </a:r>
            <a:endParaRPr sz="45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Contenido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Puntuaciones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 dirty="0" err="1">
                <a:latin typeface="Arial"/>
                <a:ea typeface="Arial"/>
                <a:cs typeface="Arial"/>
                <a:sym typeface="Arial"/>
              </a:rPr>
              <a:t>Fechas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6f3ab37c_0_37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000" b="1">
                <a:latin typeface="Arial"/>
                <a:ea typeface="Arial"/>
                <a:cs typeface="Arial"/>
                <a:sym typeface="Arial"/>
              </a:rPr>
              <a:t>Evaluación de conocimientos del curso</a:t>
            </a:r>
            <a:endParaRPr sz="5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f6f3ab37c_0_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 err="1"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3100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utilizar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inteligencia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artificial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Tomarse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tiempo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para responder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resultado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tiene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ponderación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curso</a:t>
            </a:r>
            <a:endParaRPr sz="32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28375D8-8CA4-F6C3-5EEA-036E1B88E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4" t="19291" r="16545" b="7185"/>
          <a:stretch>
            <a:fillRect/>
          </a:stretch>
        </p:blipFill>
        <p:spPr>
          <a:xfrm>
            <a:off x="8015287" y="4043362"/>
            <a:ext cx="9401175" cy="535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757499" y="829250"/>
            <a:ext cx="167730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791489" y="9009078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814097" y="1942889"/>
            <a:ext cx="4659783" cy="6401222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Personalizado</PresentationFormat>
  <Paragraphs>39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Alfa Slab One</vt:lpstr>
      <vt:lpstr>Proxima Nova</vt:lpstr>
      <vt:lpstr>Calibri</vt:lpstr>
      <vt:lpstr>Arial</vt:lpstr>
      <vt:lpstr>Gameday</vt:lpstr>
      <vt:lpstr>Presentación de PowerPoint</vt:lpstr>
      <vt:lpstr>Presentación de PowerPoint</vt:lpstr>
      <vt:lpstr>Bienvenida y presentación</vt:lpstr>
      <vt:lpstr>Evaluación de conocimientos previos</vt:lpstr>
      <vt:lpstr>Presentación de estudiantes</vt:lpstr>
      <vt:lpstr>Programa del curso</vt:lpstr>
      <vt:lpstr>Evaluación de conocimientos del curso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lurde tm</dc:creator>
  <cp:lastModifiedBy>Jennifer Taperio</cp:lastModifiedBy>
  <cp:revision>1</cp:revision>
  <dcterms:created xsi:type="dcterms:W3CDTF">2006-08-16T00:00:00Z</dcterms:created>
  <dcterms:modified xsi:type="dcterms:W3CDTF">2025-12-11T03:34:54Z</dcterms:modified>
</cp:coreProperties>
</file>