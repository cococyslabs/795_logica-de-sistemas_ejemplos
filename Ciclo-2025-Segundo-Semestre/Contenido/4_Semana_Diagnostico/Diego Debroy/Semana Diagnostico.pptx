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Open Sans Bold" charset="1" panose="020B0806030504020204"/>
      <p:regular r:id="rId14"/>
    </p:embeddedFont>
    <p:embeddedFont>
      <p:font typeface="Open Sauce Semi-Bold" charset="1" panose="00000700000000000000"/>
      <p:regular r:id="rId15"/>
    </p:embeddedFont>
    <p:embeddedFont>
      <p:font typeface="Open Sans" charset="1" panose="020B0606030504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1369" y="0"/>
            <a:ext cx="18410738" cy="10287000"/>
          </a:xfrm>
          <a:custGeom>
            <a:avLst/>
            <a:gdLst/>
            <a:ahLst/>
            <a:cxnLst/>
            <a:rect r="r" b="b" t="t" l="l"/>
            <a:pathLst>
              <a:path h="10287000" w="18410738">
                <a:moveTo>
                  <a:pt x="0" y="0"/>
                </a:moveTo>
                <a:lnTo>
                  <a:pt x="18410738" y="0"/>
                </a:lnTo>
                <a:lnTo>
                  <a:pt x="1841073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7786" r="0" b="7786"/>
            <a:stretch>
              <a:fillRect/>
            </a:stretch>
          </p:blipFill>
          <p:spPr>
            <a:xfrm flipH="false" flipV="false"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82745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666530" y="4274503"/>
            <a:ext cx="1095494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Lógica de Sistemas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9151" y="7500014"/>
            <a:ext cx="13592770" cy="219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Universidad de San Carlos de Guatemala</a:t>
            </a:r>
          </a:p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Facultad de Ingeniería</a:t>
            </a:r>
          </a:p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Escuela de Sistemas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64076" y="2298453"/>
            <a:ext cx="6959847" cy="6959847"/>
          </a:xfrm>
          <a:custGeom>
            <a:avLst/>
            <a:gdLst/>
            <a:ahLst/>
            <a:cxnLst/>
            <a:rect r="r" b="b" t="t" l="l"/>
            <a:pathLst>
              <a:path h="6959847" w="6959847">
                <a:moveTo>
                  <a:pt x="0" y="0"/>
                </a:moveTo>
                <a:lnTo>
                  <a:pt x="6959848" y="0"/>
                </a:lnTo>
                <a:lnTo>
                  <a:pt x="6959848" y="6959847"/>
                </a:lnTo>
                <a:lnTo>
                  <a:pt x="0" y="69598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81642" y="1148899"/>
            <a:ext cx="7324716" cy="802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74"/>
              </a:lnSpc>
            </a:pPr>
            <a:r>
              <a:rPr lang="en-US" b="true" sz="4767" spc="1311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¡BIENVENIDOS!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69313" y="4227382"/>
            <a:ext cx="11219259" cy="359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01080" indent="-550540" lvl="1">
              <a:lnSpc>
                <a:spcPts val="7139"/>
              </a:lnSpc>
              <a:buFont typeface="Arial"/>
              <a:buChar char="•"/>
            </a:pPr>
            <a:r>
              <a:rPr lang="en-US" sz="5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Nombre</a:t>
            </a:r>
          </a:p>
          <a:p>
            <a:pPr algn="l" marL="1101080" indent="-550540" lvl="1">
              <a:lnSpc>
                <a:spcPts val="7139"/>
              </a:lnSpc>
              <a:buFont typeface="Arial"/>
              <a:buChar char="•"/>
            </a:pPr>
            <a:r>
              <a:rPr lang="en-US" sz="5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Intereses y expectativas del curso</a:t>
            </a:r>
          </a:p>
          <a:p>
            <a:pPr algn="l" marL="1101080" indent="-550540" lvl="1">
              <a:lnSpc>
                <a:spcPts val="7139"/>
              </a:lnSpc>
              <a:buFont typeface="Arial"/>
              <a:buChar char="•"/>
            </a:pPr>
            <a:r>
              <a:rPr lang="en-US" sz="5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Experiencia</a:t>
            </a:r>
          </a:p>
          <a:p>
            <a:pPr algn="l" marL="1101080" indent="-550540" lvl="1">
              <a:lnSpc>
                <a:spcPts val="7139"/>
              </a:lnSpc>
              <a:buFont typeface="Arial"/>
              <a:buChar char="•"/>
            </a:pPr>
            <a:r>
              <a:rPr lang="en-US" sz="5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 dato curioso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1520" y="857250"/>
            <a:ext cx="1658496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</a:t>
            </a:r>
            <a:r>
              <a:rPr lang="en-US" b="true" sz="9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resentación de estudiantes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55105" y="3156055"/>
            <a:ext cx="5000374" cy="5044237"/>
          </a:xfrm>
          <a:custGeom>
            <a:avLst/>
            <a:gdLst/>
            <a:ahLst/>
            <a:cxnLst/>
            <a:rect r="r" b="b" t="t" l="l"/>
            <a:pathLst>
              <a:path h="5044237" w="5000374">
                <a:moveTo>
                  <a:pt x="0" y="0"/>
                </a:moveTo>
                <a:lnTo>
                  <a:pt x="5000374" y="0"/>
                </a:lnTo>
                <a:lnTo>
                  <a:pt x="5000374" y="5044237"/>
                </a:lnTo>
                <a:lnTo>
                  <a:pt x="0" y="50442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2896" y="256598"/>
            <a:ext cx="17182207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Diagnóstico del nuevo laboratorio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54091" y="3775076"/>
            <a:ext cx="9979819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Programa del Curso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40554" y="3943328"/>
            <a:ext cx="5047211" cy="4916454"/>
          </a:xfrm>
          <a:custGeom>
            <a:avLst/>
            <a:gdLst/>
            <a:ahLst/>
            <a:cxnLst/>
            <a:rect r="r" b="b" t="t" l="l"/>
            <a:pathLst>
              <a:path h="4916454" w="5047211">
                <a:moveTo>
                  <a:pt x="0" y="0"/>
                </a:moveTo>
                <a:lnTo>
                  <a:pt x="5047211" y="0"/>
                </a:lnTo>
                <a:lnTo>
                  <a:pt x="5047211" y="4916455"/>
                </a:lnTo>
                <a:lnTo>
                  <a:pt x="0" y="49164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256598"/>
            <a:ext cx="18288000" cy="2787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Evaluación de conocimientos previos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7786" r="0" b="7786"/>
            <a:stretch>
              <a:fillRect/>
            </a:stretch>
          </p:blipFill>
          <p:spPr>
            <a:xfrm flipH="false" flipV="false"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82745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575125" y="4864174"/>
            <a:ext cx="9196801" cy="501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2"/>
              </a:lnSpc>
            </a:pPr>
            <a:r>
              <a:rPr lang="en-US" b="true" sz="2923" spc="803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GRACIAS POR SU ATENCIÓN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DAG6i0wxo1U</dc:identifier>
  <dcterms:modified xsi:type="dcterms:W3CDTF">2011-08-01T06:04:30Z</dcterms:modified>
  <cp:revision>1</cp:revision>
  <dc:title>Presentación proyecto fin de grado profesional en color azul</dc:title>
</cp:coreProperties>
</file>